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e38c1fb3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e38c1fb3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e38c1fb3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e38c1fb3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e38c1fb3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e38c1fb3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68375"/>
            <a:ext cx="8520600" cy="104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&lt;Team Name&gt;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43525"/>
            <a:ext cx="8520600" cy="16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Team members:		           </a:t>
            </a:r>
            <a:r>
              <a:rPr lang="en" sz="1800" u="sng">
                <a:solidFill>
                  <a:schemeClr val="dk1"/>
                </a:solidFill>
              </a:rPr>
              <a:t>Leader name</a:t>
            </a:r>
            <a:endParaRPr sz="1800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	 						   Team member name 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	 						   Team member name 2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	 						   Team member name 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		 						   Team member name 4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		 						   Team member name 5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748525"/>
            <a:ext cx="8520600" cy="16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Contact email:	          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information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Goal (2 sentences)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Design - High Level Proposal (2-3 sentences + Image)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Application (1 sentence)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References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background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Academic Experience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Work Experience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Questions, Suggestions, Doubts?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